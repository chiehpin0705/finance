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E427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731520"/>
            <a:ext cx="3383280" cy="3383280"/>
          </a:xfrm>
          <a:prstGeom prst="ellipse">
            <a:avLst/>
          </a:prstGeom>
          <a:solidFill>
            <a:srgbClr val="24355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景氣燈號 vs 阿甘投資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四個時間點的深度分析與現在的投資取捨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572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叉上財經學院 · 家庭作業報告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A組 2003/6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4114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B組 2006/12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C組 2007/12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4114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D組 2020/12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策略核心邏輯：兩種截然不同的哲學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🚦 景氣燈號策略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核心哲學：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根據景氣對策信號擇時進出場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進場條件：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9842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藍燈 / 黃藍燈 → 買進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出場條件：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紅燈 / 黃紅燈 → 賣出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60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最大優勢：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660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規避重大崩跌、保護本金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最大風險：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訊號滯後、容易踏空牛市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適合對象：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風險承受力低、需要紀律者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🏃 阿甘 Buy &amp; Hold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1645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核心哲學：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買進後持有，永不賣出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984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進場條件：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9842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一次買入或定期定額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3225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出場條件：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無出場機制（或10年以上）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660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最大優勢：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660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完整參與長期複利成長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9992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最大風險：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高波動期間心理承壓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適合對象：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長期投資者、情緒穩定者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🟢  A組：2003年6月 ─ 谷底，但沒人知道是谷底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歷史背景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SARS疫情結束，全台瀰漫悲觀情緒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台股從10,000跌至3,446點，歷時三年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新聞：「股市完了」、「不要碰股票」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景氣燈號持續亮藍燈，系統叫你買進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029200" cy="1051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898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關鍵悖論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燈號叫你買，但你「敢」買嗎？這組真正測試的不是策略，是人性。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預測結果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景氣燈號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✅ 略勝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藍燈積極進場，完整參與反彈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27432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70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阿甘 Buy &amp;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⚠️ 略輸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需要極大意志力撐過三年虧損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</a:rPr>
              <a:t>📌 本組教訓：再好的策略，無法執行等於零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🟡  B組：2006年12月 ─ 多頭中段，溫水煮青蛙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歷史背景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台股從3,000漲回7,000，信心正恢復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新聞出現「萬點可期」，樂觀情緒蔓延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距2008金融海嘯還有一年，渾然不知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景氣燈號2007-2008陸續轉黃紅叫出場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02920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898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關鍵悖論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燈號轉紅叫你出場時，台股仍在高位。你敢賣嗎？多數人會說「燈號太保守了」而忽視訊號。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預測結果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景氣燈號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✅✅ 大勝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若嚴格執行，躲過2008年 -50%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27432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70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阿甘 Buy &amp;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❌ 大虧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帳面最深下跌超過50%，極難撐住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</a:rPr>
              <a:t>📌 本組教訓：景氣燈號的避險價值在此組最明顯，但需要「敢賣」的紀律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🔴  C組：2007年12月 ─ 買在最高點，最殘酷情境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歷史背景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台股接近9,800點，財經節目天天講萬點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「現在不買，以後更貴」充斥市場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2008年雷曼倒閉，台股腰斬至4,000點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景氣燈號應2008年初就出場訊號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02920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898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關鍵悖論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看著帳面蒸發50%，你能繼續持有嗎？這組真正測試的是「容錯能力」與「情緒強度」。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預測結果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景氣燈號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✅✅ 大勝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快速逃頂，本金受損極小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27432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70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阿甘 Buy &amp;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❌❌ 慘虧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帳面腰斬，99%的人早已認賠殺出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</a:rPr>
              <a:t>📌 本組教訓：若不能接受帳面-50%，景氣燈號是必要的「情緒安全網」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🔵  D組：2020年12月 ─ 印鈔牛市，舊地圖失靈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歷史背景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疫情後美聯儲無限QE，全球資金氾濫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台積電從200飆至688，0050翻倍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景氣燈號設計基於實體經濟，非貨幣現象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• 燈號多次黃紅出場，但股市仍繼續狂漲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029200" cy="10515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898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關鍵悖論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景氣燈號是「景氣工具」，但這波是「貨幣現象」。每次出場都是踏空，策略信心崩潰。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預測結果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景氣燈號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❌ 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頻繁踏空，錯失主要漲幅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27432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70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阿甘 Buy &amp;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✅✅ 大勝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全程持有，吃完整段貨幣驅動漲幅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</a:rPr>
              <a:t>📌 本組教訓：當市場邏輯改變，靠「景氣」判斷的工具會系統性失準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四組綜合比較：策略勝負一覽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280160"/>
                <a:gridCol w="128016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時間點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市場情境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景氣燈號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阿甘 B&amp;H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關鍵原因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A組 2003/6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谷底進場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略勝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略輸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藍燈積極買進，心理執行難度高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B組 2006/12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多頭中段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✅✅ 大勝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大虧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提前出場躲過2008崩跌 -50%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C組 2007/12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高點進場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✅✅ 大勝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❌❌ 慘虧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快速逃頂 vs 帳面腰斬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D組 2020/12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印鈔牛市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✅✅ 大勝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貨幣驅動行情，燈號系統性踏空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8404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D"/>
                </a:solidFill>
              </a:rPr>
              <a:t>底層邏輯：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景氣燈號在「高波動、有明確景氣週期」時有效；阿甘在「長期趨勢向上、流動性驅動」時有效。</a:t>
            </a:r>
            <a:pPr indent="0" marL="0">
              <a:buNone/>
            </a:pPr>
            <a:r>
              <a:rPr lang="en-US" sz="1300" i="1" dirty="0">
                <a:solidFill>
                  <a:srgbClr val="8896AA"/>
                </a:solidFill>
              </a:rPr>
              <a:t>  但你事後才知道身處哪種環境。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現在（2025）的投資取捨：混合策略建議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3017520"/>
          </a:xfrm>
          <a:prstGeom prst="rect">
            <a:avLst/>
          </a:prstGeom>
          <a:solidFill>
            <a:srgbClr val="243556"/>
          </a:solidFill>
          <a:ln w="12700">
            <a:solidFill>
              <a:srgbClr val="2E42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D"/>
                </a:solidFill>
              </a:rPr>
              <a:t>🌐 當前市場環境定位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22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C組特徵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台股在歷史高點附近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39112"/>
            <a:ext cx="8229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B組特徵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美國高利率鬆動中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82296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D組特徵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AI驅動結構性成長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27832"/>
            <a:ext cx="822960" cy="347472"/>
          </a:xfrm>
          <a:prstGeom prst="rect">
            <a:avLst/>
          </a:prstGeom>
          <a:solidFill>
            <a:srgbClr val="8896AA"/>
          </a:solidFill>
          <a:ln w="12700">
            <a:solidFill>
              <a:srgbClr val="8896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278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新變數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246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地緣政治 + 貿易戰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C96D"/>
                </a:solidFill>
              </a:rPr>
              <a:t>→ C組 + D組特徵疊加，最難判斷的市場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914400"/>
            <a:ext cx="4572000" cy="3017520"/>
          </a:xfrm>
          <a:prstGeom prst="rect">
            <a:avLst/>
          </a:prstGeom>
          <a:solidFill>
            <a:srgbClr val="243556"/>
          </a:solidFill>
          <a:ln w="12700">
            <a:solidFill>
              <a:srgbClr val="2E42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43400" y="987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D"/>
                </a:solidFill>
              </a:rPr>
              <a:t>💡 建議：50/50 混合策略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1444752"/>
            <a:ext cx="4206240" cy="1005840"/>
          </a:xfrm>
          <a:prstGeom prst="rect">
            <a:avLst/>
          </a:prstGeom>
          <a:solidFill>
            <a:srgbClr val="1A5C3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D"/>
                </a:solidFill>
              </a:rPr>
              <a:t>帳戶A：50% → 阿甘帳戶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17647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定期定額0050，永遠不看燈號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確保參與長期趨勢，不踏空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560320"/>
            <a:ext cx="4206240" cy="1005840"/>
          </a:xfrm>
          <a:prstGeom prst="rect">
            <a:avLst/>
          </a:prstGeom>
          <a:solidFill>
            <a:srgbClr val="1A3D5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D"/>
                </a:solidFill>
              </a:rPr>
              <a:t>帳戶B：50% → 景氣燈號帳戶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2880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嚴格按燈號進出，紀律執行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在高波動時期保護資本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1148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最終問題：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你更怕「踏空大漲」，還是更怕「撐不住大跌」？</a:t>
            </a:r>
            <a:pPr indent="0" marL="0">
              <a:buNone/>
            </a:pPr>
            <a:r>
              <a:rPr lang="en-US" sz="1400" i="1" dirty="0">
                <a:solidFill>
                  <a:srgbClr val="243556"/>
                </a:solidFill>
              </a:rPr>
              <a:t>  答案決定你的比例。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C9A84C"/>
                </a:solidFill>
              </a:rPr>
              <a:t>核心結論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沒有任何一種策略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在所有市場環境都最優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88036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852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景氣燈號 = 情緒安全網，不是報酬最大化工具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447288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419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阿甘策略 = 需要極強心理素質，報酬長期領先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4014216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9867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混合策略 = 讓「執行」成為可能的最佳解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6AA"/>
                </a:solidFill>
              </a:rPr>
              <a:t>真正的差異不是哪個策略更好，而是你能不能「持續執行到底」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景氣燈號 vs 阿甘投資策略分析</dc:title>
  <dc:subject>PptxGenJS Presentation</dc:subject>
  <dc:creator>PptxGenJS</dc:creator>
  <cp:lastModifiedBy>PptxGenJS</cp:lastModifiedBy>
  <cp:revision>1</cp:revision>
  <dcterms:created xsi:type="dcterms:W3CDTF">2026-05-22T07:46:01Z</dcterms:created>
  <dcterms:modified xsi:type="dcterms:W3CDTF">2026-05-22T07:46:01Z</dcterms:modified>
</cp:coreProperties>
</file>